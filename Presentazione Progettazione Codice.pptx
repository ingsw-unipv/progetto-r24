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BAC1E-0013-4579-9F64-2B1AF0DEE28F}" v="573" dt="2024-03-01T10:17:49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Progettazione Del Codice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u="sng" dirty="0">
                <a:solidFill>
                  <a:srgbClr val="C00000"/>
                </a:solidFill>
              </a:rPr>
              <a:t>REQUISITI:</a:t>
            </a:r>
            <a:endParaRPr lang="en-US" sz="4000" dirty="0">
              <a:solidFill>
                <a:srgbClr val="C00000"/>
              </a:solidFill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dirty="0"/>
              <a:t>Alta </a:t>
            </a:r>
            <a:r>
              <a:rPr lang="en-US" sz="4000" err="1"/>
              <a:t>coesione</a:t>
            </a:r>
            <a:r>
              <a:rPr lang="en-US" sz="4000" dirty="0"/>
              <a:t> e </a:t>
            </a:r>
            <a:r>
              <a:rPr lang="en-US" sz="4000" err="1"/>
              <a:t>scarso</a:t>
            </a:r>
            <a:r>
              <a:rPr lang="en-US" sz="4000" dirty="0"/>
              <a:t> </a:t>
            </a:r>
            <a:r>
              <a:rPr lang="en-US" sz="4000" err="1"/>
              <a:t>accoppiamento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err="1"/>
              <a:t>Portabilità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err="1"/>
              <a:t>Estendibilità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err="1"/>
              <a:t>Chiarezza</a:t>
            </a:r>
            <a:endParaRPr lang="en-US" sz="400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OGGETTO ACCOUNT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>
                <a:solidFill>
                  <a:srgbClr val="C00000"/>
                </a:solidFill>
                <a:cs typeface="Calibri"/>
              </a:rPr>
              <a:t>SUPERCLASSE</a:t>
            </a:r>
            <a:r>
              <a:rPr lang="en-US" sz="4000" dirty="0">
                <a:cs typeface="Calibri"/>
              </a:rPr>
              <a:t>: Account</a:t>
            </a:r>
          </a:p>
          <a:p>
            <a:pPr algn="l"/>
            <a:endParaRPr lang="en-US" sz="4000" dirty="0">
              <a:cs typeface="Calibri"/>
            </a:endParaRPr>
          </a:p>
          <a:p>
            <a:pPr algn="l"/>
            <a:r>
              <a:rPr lang="en-US" sz="4000" dirty="0">
                <a:solidFill>
                  <a:srgbClr val="C00000"/>
                </a:solidFill>
                <a:cs typeface="Calibri"/>
              </a:rPr>
              <a:t>ESTENSIONI</a:t>
            </a:r>
            <a:r>
              <a:rPr lang="en-US" sz="4000" dirty="0">
                <a:cs typeface="Calibri"/>
              </a:rPr>
              <a:t>:</a:t>
            </a:r>
          </a:p>
          <a:p>
            <a:pPr algn="l"/>
            <a:r>
              <a:rPr lang="en-US" sz="4000" dirty="0">
                <a:cs typeface="Calibri"/>
              </a:rPr>
              <a:t>-User</a:t>
            </a:r>
          </a:p>
          <a:p>
            <a:pPr algn="l"/>
            <a:r>
              <a:rPr lang="en-US" sz="4000" dirty="0">
                <a:cs typeface="Calibri"/>
              </a:rPr>
              <a:t>-</a:t>
            </a:r>
            <a:r>
              <a:rPr lang="en-US" sz="4000" err="1">
                <a:cs typeface="Calibri"/>
              </a:rPr>
              <a:t>Coatch</a:t>
            </a:r>
            <a:endParaRPr lang="en-US" sz="4000" dirty="0">
              <a:cs typeface="Calibri"/>
            </a:endParaRPr>
          </a:p>
          <a:p>
            <a:pPr algn="l"/>
            <a:r>
              <a:rPr lang="en-US" sz="4000" dirty="0">
                <a:cs typeface="Calibri"/>
              </a:rPr>
              <a:t>-(User+)</a:t>
            </a:r>
          </a:p>
          <a:p>
            <a:pPr algn="l"/>
            <a:r>
              <a:rPr lang="en-US" sz="4000" dirty="0">
                <a:cs typeface="Calibri"/>
              </a:rPr>
              <a:t>-(Admin)</a:t>
            </a:r>
          </a:p>
        </p:txBody>
      </p:sp>
    </p:spTree>
    <p:extLst>
      <p:ext uri="{BB962C8B-B14F-4D97-AF65-F5344CB8AC3E}">
        <p14:creationId xmlns:p14="http://schemas.microsoft.com/office/powerpoint/2010/main" val="273688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CLASSI DI RIFERIMENTO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UI(System)</a:t>
            </a:r>
            <a:endParaRPr lang="it-IT" dirty="0"/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Account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Food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Diet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(Code Manager)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(Admin Functions)</a:t>
            </a:r>
          </a:p>
        </p:txBody>
      </p:sp>
    </p:spTree>
    <p:extLst>
      <p:ext uri="{BB962C8B-B14F-4D97-AF65-F5344CB8AC3E}">
        <p14:creationId xmlns:p14="http://schemas.microsoft.com/office/powerpoint/2010/main" val="180791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 err="1">
                <a:solidFill>
                  <a:srgbClr val="FFFFFF"/>
                </a:solidFill>
                <a:cs typeface="Calibri Light"/>
              </a:rPr>
              <a:t>Altre</a:t>
            </a:r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 Classi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Validator Password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Food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Day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(Week, Month, Year)</a:t>
            </a:r>
          </a:p>
        </p:txBody>
      </p:sp>
    </p:spTree>
    <p:extLst>
      <p:ext uri="{BB962C8B-B14F-4D97-AF65-F5344CB8AC3E}">
        <p14:creationId xmlns:p14="http://schemas.microsoft.com/office/powerpoint/2010/main" val="389899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B7BD8-D9FD-CA7D-DAC4-2F6F2891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E69FA8-8490-1F4B-E9A1-EBB60979E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241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Progettazione Del Codice</vt:lpstr>
      <vt:lpstr>OGGETTO ACCOUNT</vt:lpstr>
      <vt:lpstr>CLASSI DI RIFERIMENTO</vt:lpstr>
      <vt:lpstr>Altre Classi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/>
  <cp:revision>123</cp:revision>
  <dcterms:created xsi:type="dcterms:W3CDTF">2024-03-01T08:46:48Z</dcterms:created>
  <dcterms:modified xsi:type="dcterms:W3CDTF">2024-03-01T10:17:52Z</dcterms:modified>
</cp:coreProperties>
</file>