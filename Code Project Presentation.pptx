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8" r:id="rId4"/>
    <p:sldId id="261" r:id="rId5"/>
    <p:sldId id="260" r:id="rId6"/>
    <p:sldId id="259" r:id="rId7"/>
    <p:sldId id="25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6BAC1E-0013-4579-9F64-2B1AF0DEE28F}" v="953" dt="2024-03-01T11:17:42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01.03.2024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9281" y="5481159"/>
            <a:ext cx="4041346" cy="62844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600" b="1" u="sng" dirty="0">
                <a:solidFill>
                  <a:srgbClr val="C00000"/>
                </a:solidFill>
                <a:latin typeface="Rockwell"/>
              </a:rPr>
              <a:t>PROGETTO R24</a:t>
            </a:r>
            <a:br>
              <a:rPr lang="en-US" sz="3600" b="1" u="sng" dirty="0">
                <a:solidFill>
                  <a:srgbClr val="C00000"/>
                </a:solidFill>
                <a:latin typeface="Rockwell"/>
              </a:rPr>
            </a:br>
            <a:br>
              <a:rPr lang="en-US" sz="3600" b="1" u="sng" dirty="0">
                <a:solidFill>
                  <a:srgbClr val="C00000"/>
                </a:solidFill>
                <a:latin typeface="Rockwell"/>
              </a:rPr>
            </a:br>
            <a:br>
              <a:rPr lang="en-US" sz="3600" b="1" u="sng" dirty="0">
                <a:solidFill>
                  <a:srgbClr val="C00000"/>
                </a:solidFill>
                <a:latin typeface="Rockwell"/>
              </a:rPr>
            </a:br>
            <a:r>
              <a:rPr lang="en-US" sz="3600" b="1" dirty="0">
                <a:latin typeface="Rockwell"/>
              </a:rPr>
              <a:t>     </a:t>
            </a:r>
            <a:r>
              <a:rPr lang="en-US" sz="4400" b="1" dirty="0" err="1">
                <a:latin typeface="Rockwell"/>
              </a:rPr>
              <a:t>FoodPlan</a:t>
            </a:r>
            <a:br>
              <a:rPr lang="en-US" sz="4400" b="1" dirty="0">
                <a:latin typeface="Rockwell"/>
              </a:rPr>
            </a:br>
            <a:br>
              <a:rPr lang="en-US" sz="4400" b="1" dirty="0">
                <a:latin typeface="Rockwell"/>
              </a:rPr>
            </a:br>
            <a:br>
              <a:rPr lang="en-US" sz="4400" b="1" dirty="0">
                <a:latin typeface="Rockwell"/>
              </a:rPr>
            </a:br>
            <a:br>
              <a:rPr lang="en-US" sz="4400" b="1" dirty="0">
                <a:latin typeface="Rockwell"/>
              </a:rPr>
            </a:br>
            <a:br>
              <a:rPr lang="en-US" sz="4400" b="1" dirty="0">
                <a:latin typeface="Rockwell"/>
              </a:rPr>
            </a:br>
            <a:r>
              <a:rPr lang="en-US" sz="2400" dirty="0">
                <a:latin typeface="Rockwell"/>
              </a:rPr>
              <a:t>2023/2024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022F473-F2B4-438D-3722-ABC5E6C73B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469" b="-1"/>
          <a:stretch/>
        </p:blipFill>
        <p:spPr>
          <a:xfrm>
            <a:off x="4075063" y="696170"/>
            <a:ext cx="8115280" cy="6408311"/>
          </a:xfrm>
          <a:prstGeom prst="rect">
            <a:avLst/>
          </a:prstGeom>
        </p:spPr>
      </p:pic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071193" y="5367016"/>
            <a:ext cx="7857160" cy="8567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2800" dirty="0">
                <a:cs typeface="Calibri"/>
              </a:rPr>
              <a:t>Ingegneria del </a:t>
            </a:r>
            <a:r>
              <a:rPr lang="en-US" sz="2800" dirty="0" err="1">
                <a:cs typeface="Calibri"/>
              </a:rPr>
              <a:t>softaware</a:t>
            </a:r>
            <a:r>
              <a:rPr lang="en-US" sz="2800" dirty="0">
                <a:cs typeface="Calibri"/>
              </a:rPr>
              <a:t> e </a:t>
            </a:r>
            <a:r>
              <a:rPr lang="en-US" sz="2800" dirty="0" err="1">
                <a:cs typeface="Calibri"/>
              </a:rPr>
              <a:t>programmazione</a:t>
            </a:r>
            <a:r>
              <a:rPr lang="en-US" sz="2800" dirty="0">
                <a:cs typeface="Calibri"/>
              </a:rPr>
              <a:t> </a:t>
            </a:r>
            <a:r>
              <a:rPr lang="en-US" sz="2800" dirty="0" err="1">
                <a:cs typeface="Calibri"/>
              </a:rPr>
              <a:t>orientata</a:t>
            </a:r>
            <a:r>
              <a:rPr lang="en-US" sz="2800" dirty="0">
                <a:cs typeface="Calibri"/>
              </a:rPr>
              <a:t> ad </a:t>
            </a:r>
            <a:r>
              <a:rPr lang="en-US" sz="2800" dirty="0" err="1">
                <a:cs typeface="Calibri"/>
              </a:rPr>
              <a:t>oggetti</a:t>
            </a:r>
            <a:endParaRPr lang="en-US" sz="2800" dirty="0">
              <a:cs typeface="Calibri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87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REQUISITI</a:t>
            </a:r>
            <a:endParaRPr lang="en-US" sz="4000" b="1" u="sng" kern="1200" dirty="0"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u="sng" dirty="0">
                <a:solidFill>
                  <a:srgbClr val="C00000"/>
                </a:solidFill>
              </a:rPr>
              <a:t>REQUISITI:</a:t>
            </a:r>
            <a:endParaRPr lang="en-US" sz="4000" dirty="0">
              <a:solidFill>
                <a:srgbClr val="C00000"/>
              </a:solidFill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dirty="0"/>
              <a:t>Alta </a:t>
            </a:r>
            <a:r>
              <a:rPr lang="en-US" sz="4000" err="1"/>
              <a:t>coesione</a:t>
            </a:r>
            <a:r>
              <a:rPr lang="en-US" sz="4000" dirty="0"/>
              <a:t> e </a:t>
            </a:r>
            <a:r>
              <a:rPr lang="en-US" sz="4000" err="1"/>
              <a:t>scarso</a:t>
            </a:r>
            <a:r>
              <a:rPr lang="en-US" sz="4000" dirty="0"/>
              <a:t> </a:t>
            </a:r>
            <a:r>
              <a:rPr lang="en-US" sz="4000" err="1"/>
              <a:t>accoppiamento</a:t>
            </a:r>
            <a:endParaRPr lang="en-US" sz="4000" err="1"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err="1"/>
              <a:t>Portabilità</a:t>
            </a:r>
            <a:endParaRPr lang="en-US" sz="4000" err="1"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err="1"/>
              <a:t>Estendibilità</a:t>
            </a:r>
            <a:endParaRPr lang="en-US" sz="4000" err="1">
              <a:cs typeface="Calibri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000" dirty="0" err="1"/>
              <a:t>Chiarezza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OGGETTO ACCOUNT</a:t>
            </a:r>
            <a:endParaRPr lang="en-US" sz="4000" b="1" u="sng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dirty="0">
                <a:solidFill>
                  <a:srgbClr val="C00000"/>
                </a:solidFill>
                <a:cs typeface="Calibri"/>
              </a:rPr>
              <a:t>SUPERCLASSE</a:t>
            </a:r>
            <a:r>
              <a:rPr lang="en-US" sz="4000" dirty="0">
                <a:cs typeface="Calibri"/>
              </a:rPr>
              <a:t>: Account</a:t>
            </a:r>
          </a:p>
          <a:p>
            <a:pPr algn="l"/>
            <a:endParaRPr lang="en-US" sz="4000" dirty="0">
              <a:cs typeface="Calibri"/>
            </a:endParaRPr>
          </a:p>
          <a:p>
            <a:pPr algn="l"/>
            <a:r>
              <a:rPr lang="en-US" sz="4000" dirty="0">
                <a:solidFill>
                  <a:srgbClr val="C00000"/>
                </a:solidFill>
                <a:cs typeface="Calibri"/>
              </a:rPr>
              <a:t>ESTENSIONI</a:t>
            </a:r>
            <a:r>
              <a:rPr lang="en-US" sz="4000" dirty="0">
                <a:cs typeface="Calibri"/>
              </a:rPr>
              <a:t>:</a:t>
            </a:r>
          </a:p>
          <a:p>
            <a:pPr algn="l"/>
            <a:r>
              <a:rPr lang="en-US" sz="4000" dirty="0">
                <a:cs typeface="Calibri"/>
              </a:rPr>
              <a:t>-User</a:t>
            </a:r>
          </a:p>
          <a:p>
            <a:pPr algn="l"/>
            <a:r>
              <a:rPr lang="en-US" sz="4000" dirty="0">
                <a:cs typeface="Calibri"/>
              </a:rPr>
              <a:t>-</a:t>
            </a:r>
            <a:r>
              <a:rPr lang="en-US" sz="4000" err="1">
                <a:cs typeface="Calibri"/>
              </a:rPr>
              <a:t>Coatch</a:t>
            </a:r>
            <a:endParaRPr lang="en-US" sz="4000" dirty="0">
              <a:cs typeface="Calibri"/>
            </a:endParaRPr>
          </a:p>
          <a:p>
            <a:pPr algn="l"/>
            <a:r>
              <a:rPr lang="en-US" sz="4000" dirty="0">
                <a:cs typeface="Calibri"/>
              </a:rPr>
              <a:t>-(User+)</a:t>
            </a:r>
          </a:p>
          <a:p>
            <a:pPr algn="l"/>
            <a:r>
              <a:rPr lang="en-US" sz="4000" dirty="0">
                <a:cs typeface="Calibri"/>
              </a:rPr>
              <a:t>-(Admin)</a:t>
            </a:r>
          </a:p>
        </p:txBody>
      </p:sp>
    </p:spTree>
    <p:extLst>
      <p:ext uri="{BB962C8B-B14F-4D97-AF65-F5344CB8AC3E}">
        <p14:creationId xmlns:p14="http://schemas.microsoft.com/office/powerpoint/2010/main" val="273688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Classe Main</a:t>
            </a:r>
            <a:endParaRPr lang="en-US" sz="4000" b="1" u="sng" dirty="0"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dirty="0">
                <a:cs typeface="Calibri"/>
              </a:rPr>
              <a:t>-</a:t>
            </a:r>
            <a:r>
              <a:rPr lang="en-US" sz="4000" dirty="0">
                <a:solidFill>
                  <a:srgbClr val="C00000"/>
                </a:solidFill>
                <a:cs typeface="Calibri"/>
              </a:rPr>
              <a:t>"</a:t>
            </a:r>
            <a:r>
              <a:rPr lang="en-US" sz="4000" err="1">
                <a:solidFill>
                  <a:srgbClr val="C00000"/>
                </a:solidFill>
                <a:cs typeface="Calibri"/>
              </a:rPr>
              <a:t>Svincolata</a:t>
            </a:r>
            <a:r>
              <a:rPr lang="en-US" sz="4000" dirty="0">
                <a:solidFill>
                  <a:srgbClr val="C00000"/>
                </a:solidFill>
                <a:cs typeface="Calibri"/>
              </a:rPr>
              <a:t>"</a:t>
            </a:r>
            <a:r>
              <a:rPr lang="en-US" sz="4000" dirty="0">
                <a:cs typeface="Calibri"/>
              </a:rPr>
              <a:t> </a:t>
            </a:r>
            <a:r>
              <a:rPr lang="en-US" sz="4000" err="1">
                <a:cs typeface="Calibri"/>
              </a:rPr>
              <a:t>dalla</a:t>
            </a:r>
            <a:r>
              <a:rPr lang="en-US" sz="4000" dirty="0">
                <a:cs typeface="Calibri"/>
              </a:rPr>
              <a:t> </a:t>
            </a:r>
            <a:r>
              <a:rPr lang="en-US" sz="4000" err="1">
                <a:cs typeface="Calibri"/>
              </a:rPr>
              <a:t>gestione</a:t>
            </a:r>
            <a:r>
              <a:rPr lang="en-US" sz="4000" dirty="0">
                <a:cs typeface="Calibri"/>
              </a:rPr>
              <a:t> del software</a:t>
            </a:r>
          </a:p>
          <a:p>
            <a:pPr algn="l"/>
            <a:r>
              <a:rPr lang="en-US" sz="4000" dirty="0">
                <a:cs typeface="Calibri"/>
              </a:rPr>
              <a:t>-Funzione di </a:t>
            </a:r>
            <a:r>
              <a:rPr lang="en-US" sz="4000" dirty="0" err="1">
                <a:cs typeface="Calibri"/>
              </a:rPr>
              <a:t>avvio</a:t>
            </a:r>
            <a:r>
              <a:rPr lang="en-US" sz="4000" dirty="0">
                <a:cs typeface="Calibri"/>
              </a:rPr>
              <a:t>:  </a:t>
            </a:r>
            <a:r>
              <a:rPr lang="en-US" sz="4000" dirty="0" err="1">
                <a:solidFill>
                  <a:srgbClr val="C00000"/>
                </a:solidFill>
                <a:cs typeface="Calibri"/>
              </a:rPr>
              <a:t>System.start</a:t>
            </a:r>
            <a:r>
              <a:rPr lang="en-US" sz="4000" dirty="0">
                <a:solidFill>
                  <a:srgbClr val="C00000"/>
                </a:solidFill>
                <a:cs typeface="Calibri"/>
              </a:rPr>
              <a:t>();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68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CLASSI DI RIFERIMENTO</a:t>
            </a:r>
            <a:endParaRPr lang="en-US" sz="4000" b="1" u="sng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UI(System)</a:t>
            </a:r>
            <a:endParaRPr lang="it-IT" dirty="0"/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Account Manager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Food Manager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Diet Manager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(Code Manager)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(Admin Functions)</a:t>
            </a:r>
          </a:p>
        </p:txBody>
      </p:sp>
    </p:spTree>
    <p:extLst>
      <p:ext uri="{BB962C8B-B14F-4D97-AF65-F5344CB8AC3E}">
        <p14:creationId xmlns:p14="http://schemas.microsoft.com/office/powerpoint/2010/main" val="180791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u="sng" dirty="0" err="1">
                <a:solidFill>
                  <a:srgbClr val="FFFFFF"/>
                </a:solidFill>
                <a:cs typeface="Calibri Light"/>
              </a:rPr>
              <a:t>Altre</a:t>
            </a:r>
            <a:r>
              <a:rPr lang="en-US" sz="4000" b="1" u="sng" dirty="0">
                <a:solidFill>
                  <a:srgbClr val="FFFFFF"/>
                </a:solidFill>
                <a:cs typeface="Calibri Light"/>
              </a:rPr>
              <a:t> Classi</a:t>
            </a:r>
            <a:endParaRPr lang="en-US" sz="4000" b="1" u="sng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Validator Password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Food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Day</a:t>
            </a:r>
          </a:p>
          <a:p>
            <a:pPr marL="571500" indent="-571500" algn="l">
              <a:buChar char="•"/>
            </a:pPr>
            <a:r>
              <a:rPr lang="en-US" sz="4000" dirty="0">
                <a:cs typeface="Calibri"/>
              </a:rPr>
              <a:t>(Week, Month, Year)</a:t>
            </a:r>
          </a:p>
        </p:txBody>
      </p:sp>
    </p:spTree>
    <p:extLst>
      <p:ext uri="{BB962C8B-B14F-4D97-AF65-F5344CB8AC3E}">
        <p14:creationId xmlns:p14="http://schemas.microsoft.com/office/powerpoint/2010/main" val="3898995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B7BD8-D9FD-CA7D-DAC4-2F6F2891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E69FA8-8490-1F4B-E9A1-EBB60979E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1241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PROGETTO R24        FoodPlan     2023/2024</vt:lpstr>
      <vt:lpstr>REQUISITI</vt:lpstr>
      <vt:lpstr>OGGETTO ACCOUNT</vt:lpstr>
      <vt:lpstr>Classe Main</vt:lpstr>
      <vt:lpstr>CLASSI DI RIFERIMENTO</vt:lpstr>
      <vt:lpstr>Altre Classi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/>
  <cp:revision>217</cp:revision>
  <dcterms:created xsi:type="dcterms:W3CDTF">2024-03-01T08:46:48Z</dcterms:created>
  <dcterms:modified xsi:type="dcterms:W3CDTF">2024-03-01T11:18:04Z</dcterms:modified>
</cp:coreProperties>
</file>